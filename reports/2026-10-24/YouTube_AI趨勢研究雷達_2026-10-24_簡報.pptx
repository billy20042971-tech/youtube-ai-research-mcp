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2026-10-24｜MCP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近72h去重樣本：40</a:t>
            </a:r>
          </a:p>
          <a:p>
            <a:r>
              <a:t>固定查詢：AI副業, AI賺錢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7 Proven Ways to Make Money With AI (No Experience)｜226,253</a:t>
            </a:r>
          </a:p>
          <a:p>
            <a:r>
              <a:t>2. AI助理争夺战：解析Muse、Grok Bot与Instinct背后的产品布局、入口生意与盈利难题｜99,147</a:t>
            </a:r>
          </a:p>
          <a:p>
            <a:r>
              <a:t>3. 我把热门视频里的赚钱skill复刻出来了#豆包工作 #豆包agent #豆包来财 #大学生创业 #当年轻人用A｜25,878</a:t>
            </a:r>
          </a:p>
          <a:p>
            <a:r>
              <a:t>4. 唱衰 AI 不賺錢的，全被黃仁勳在GTC大會給打臉了！#紀緯明 #小明老師 #投資明明很簡單 #台股 #黃仁勳｜16,473</a:t>
            </a:r>
          </a:p>
          <a:p>
            <a:r>
              <a:t>5. 梁文峰是真想教你赚钱！前脚美国全面拉黑DeepSeek，后脚梁文峰直接开源推理框架 #ai #DeepSeek｜7,683</a:t>
            </a:r>
          </a:p>
          <a:p>
            <a:r>
              <a:t>6. 【AI 副業】寝る前30分でガチで稼げる！初心者向けの副業はこれ一択｜7,455</a:t>
            </a:r>
          </a:p>
          <a:p>
            <a:r>
              <a:t>7. 【2027年最新】Claude Codeを使って月30万を狙える穴場のAI副業TOP3【AI副業を実演】｜7,088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72979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