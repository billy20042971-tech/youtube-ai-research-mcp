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2026-10-24｜MCP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近72h去重樣本：39</a:t>
            </a:r>
          </a:p>
          <a:p>
            <a:r>
              <a:t>固定查詢：AI賺錢, AI副業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AI助理争夺战：解析Muse、Grok Bot与Instinct背后的产品布局、入口生意与盈利难题｜77,671</a:t>
            </a:r>
          </a:p>
          <a:p>
            <a:r>
              <a:t>2. 2026/10/21(三) SpaceX 真的靠AI賺錢了？#SPCX｜37,727</a:t>
            </a:r>
          </a:p>
          <a:p>
            <a:r>
              <a:t>3. SpaceX 財報拆解：賺了 44 億，為什麼華爾街還吵成兩派？｜24,746</a:t>
            </a:r>
          </a:p>
          <a:p>
            <a:r>
              <a:t>4. 【簡単すぎるで！】最短で収益化して月20万までいけちゃう在宅副業はこれ一択です！【AI副業】【スマホ副業】｜23,118</a:t>
            </a:r>
          </a:p>
          <a:p>
            <a:r>
              <a:t>5. 【2026年10月】予算ごとに課金すべきAIを徹底解説します！｜16,320</a:t>
            </a:r>
          </a:p>
          <a:p>
            <a:r>
              <a:t>6. 唱衰 AI 不賺錢的，全被黃仁勳在GTC大會給打臉了！#紀緯明 #小明老師 #投資明明很簡單 #台股 #黃仁勳｜15,185</a:t>
            </a:r>
          </a:p>
          <a:p>
            <a:r>
              <a:t>7. 我把热门视频里的赚钱skill复刻出来了#豆包工作 #豆包agent #豆包来财 #大学生创业 #当年轻人用A｜14,960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72729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