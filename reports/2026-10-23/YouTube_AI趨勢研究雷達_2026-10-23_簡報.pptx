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2026-10-23｜MCP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【神機能】ChatGPTの最新機能「dots」がヤバすぎたので徹底解説しました【神アップデート】｜55,576</a:t>
            </a:r>
          </a:p>
          <a:p>
            <a:r>
              <a:t>2. 2026/10/21(三) SpaceX 真的靠AI賺錢了？#SPCX｜37,110</a:t>
            </a:r>
          </a:p>
          <a:p>
            <a:r>
              <a:t>3. 7 Ways To Make Money With Claude AI (and ChatGPT)｜28,209</a:t>
            </a:r>
          </a:p>
          <a:p>
            <a:r>
              <a:t>4. SpaceX 財報拆解：賺了 44 億，為什麼華爾街還吵成兩派？｜21,587</a:t>
            </a:r>
          </a:p>
          <a:p>
            <a:r>
              <a:t>5. 【簡単すぎるで！】最短で収益化して月20万までいけちゃう在宅副業はこれ一択です！【AI副業】【スマホ副業】｜17,753</a:t>
            </a:r>
          </a:p>
          <a:p>
            <a:r>
              <a:t>6. 【2026年10月】予算ごとに課金すべきAIを徹底解説します！｜14,152</a:t>
            </a:r>
          </a:p>
          <a:p>
            <a:r>
              <a:t>7. 賺錢三件套 #動物搞笑視頻 #AI萌寵 #貓咪 #寵物成精啦 #貓咪短劇｜11,438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2979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