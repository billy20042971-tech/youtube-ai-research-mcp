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YouTube AI趨勢研究雷達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2026-10-12｜MCP 自動採樣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一分鐘摘要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近72h去重樣本：40</a:t>
            </a:r>
          </a:p>
          <a:p>
            <a:r>
              <a:t>固定查詢：AI副業, AI賺錢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高訊號影片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 Asked 7 Top AI Models How to Escape the 9–5...｜275,053</a:t>
            </a:r>
          </a:p>
          <a:p>
            <a:r>
              <a:t>2. 【重要】GitHubを使わずにAI使うのはマジで危険です【完全解説】｜30,051</a:t>
            </a:r>
          </a:p>
          <a:p>
            <a:r>
              <a:t>3. SpaceXAI改名背後有何野心？AI 賣算力，跨界搶通訊飯碗，SPCX賺錢底氣到底有多狂？｜16,060</a:t>
            </a:r>
          </a:p>
          <a:p>
            <a:r>
              <a:t>4. 【副業・仕事で必ず直面】AI導入や製品に落とし込む時のコツ｜15,777</a:t>
            </a:r>
          </a:p>
          <a:p>
            <a:r>
              <a:t>5. 10月11！台廠AI伺服器太好賺引專利調查訴頌！｜15,192</a:t>
            </a:r>
          </a:p>
          <a:p>
            <a:r>
              <a:t>6. 【スキルファイル配布】aiおばちゃんゲーム動画の作り方(GPT-6&amp; Codex)｜11,148</a:t>
            </a:r>
          </a:p>
          <a:p>
            <a:r>
              <a:t>7. お金が稼ぎたい！ 本職に集中？ 副業すべき？ お金と働き方のお悩み・質問に答えます【フリーランス / 会社員 ｜10,244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×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Agent：規劃與執行</a:t>
            </a:r>
          </a:p>
          <a:p>
            <a:r>
              <a:t>MCP：工具／資料連接</a:t>
            </a:r>
          </a:p>
          <a:p>
            <a:r>
              <a:t>結構化輸入輸出，隔離不可信文字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×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Verification：每個副作用前後設 Gate</a:t>
            </a:r>
          </a:p>
          <a:p>
            <a:r>
              <a:t>State：保存 checkpoint / next_step / evidence</a:t>
            </a:r>
          </a:p>
          <a:p>
            <a:r>
              <a:t>Context reset 不等於任務遺失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Recovery ×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Recovery：從最近成功 checkpoint 繼續</a:t>
            </a:r>
          </a:p>
          <a:p>
            <a:r>
              <a:t>Automation：排程叫醒；Agent 執行；Notion 保存狀態；GitHub 保存產物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今日結論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目標不是每天抓更多資料，而是每天讓 AI OS 少一個人工步驟。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op10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8046720" cy="72937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