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2026-10-09｜MCP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近72h去重樣本：39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【新刊】「AIに9割任せる株式投資」を検証！ChatGPT・Claudeは投資に使えるのか？｜36,258</a:t>
            </a:r>
          </a:p>
          <a:p>
            <a:r>
              <a:t>2. 【絶対やるな】AIで作った3Dモデルを副業販売するときの落とし穴！企業に負けない個人事業の戦略を徹底解説！ #｜16,127</a:t>
            </a:r>
          </a:p>
          <a:p>
            <a:r>
              <a:t>3. 5 Boring Claude AI Side Hustles That Pay Better Than a ｜15,499</a:t>
            </a:r>
          </a:p>
          <a:p>
            <a:r>
              <a:t>4. 鴻海下一張王牌是機器人？AI伺服器營收狂飆　德州廠導入自動化「機器人反過來造AI」｜關我什麼事｜94要賺錢｜13,559</a:t>
            </a:r>
          </a:p>
          <a:p>
            <a:r>
              <a:t>5. Can Google still catch up? Argon is entering the chat #｜10,213</a:t>
            </a:r>
          </a:p>
          <a:p>
            <a:r>
              <a:t>6. 金欠なのに新しいバッグが欲しい時👜｜7,406</a:t>
            </a:r>
          </a:p>
          <a:p>
            <a:r>
              <a:t>7. 【レベチ】やっぱりGPT6-AstraよりClaude Opus5.5が最強でした。Astraとの比較も公開【｜6,102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