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2026-10-17｜MCP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為什麼我勸你別再學 AI 賺錢？真正值錢的是這個｜42,983</a:t>
            </a:r>
          </a:p>
          <a:p>
            <a:r>
              <a:t>2. 博通CEO：買AI股等於賭徒？Open AI 收入少了200億引發市場恐慌？#經濟前James｜29,251</a:t>
            </a:r>
          </a:p>
          <a:p>
            <a:r>
              <a:t>3. 马斯克为之疯狂！史上最会‘赚钱’的AI出现了！#AI #AI工具 #马斯克 #AI tool｜28,656</a:t>
            </a:r>
          </a:p>
          <a:p>
            <a:r>
              <a:t>4. The New Way To Make Money With AI T-Shirts｜24,998</a:t>
            </a:r>
          </a:p>
          <a:p>
            <a:r>
              <a:t>5. AIで動画生成する時に知っておきたい専門用語｜20,551</a:t>
            </a:r>
          </a:p>
          <a:p>
            <a:r>
              <a:t>6. 【これ1本で全部わかる❗️】2026年最新❗️編集ソフトは一切不要‼️動画編集をAIに丸投げしてお金を稼ぐ方法｜15,233</a:t>
            </a:r>
          </a:p>
          <a:p>
            <a:r>
              <a:t>7. GPU价格太高，本地部署AI能赚钱吗？主播实际经验分享，AI音视频频道养活自己，帮助客户部署AI，两周收入抵得｜13,196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335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