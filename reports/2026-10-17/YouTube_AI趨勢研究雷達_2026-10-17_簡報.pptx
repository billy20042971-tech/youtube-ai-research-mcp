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YouTube AI趨勢研究雷達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2026-10-17｜MCP 自動採樣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一分鐘摘要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近72h去重樣本：39</a:t>
            </a:r>
          </a:p>
          <a:p>
            <a:r>
              <a:t>固定查詢：AI賺錢, AI副業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高訊號影片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為什麼我勸你別再學 AI 賺錢？真正值錢的是這個｜67,820</a:t>
            </a:r>
          </a:p>
          <a:p>
            <a:r>
              <a:t>2. The New Way To Make Money With AI T-Shirts｜30,728</a:t>
            </a:r>
          </a:p>
          <a:p>
            <a:r>
              <a:t>3. 【神機能】Opus5.5がヤバすぎたので徹底解説しました【Claude Code】｜23,747</a:t>
            </a:r>
          </a:p>
          <a:p>
            <a:r>
              <a:t>4. THE #1 A.I.  PASSIVE INCOME SIDE HUSTLE FOR 2027｜14,005</a:t>
            </a:r>
          </a:p>
          <a:p>
            <a:r>
              <a:t>5. 【2026年最新】中学生からYouTube！？ChatGPTで月●●万円稼ぐ方法！顔出し・声出し無し！超初心者｜7,785</a:t>
            </a:r>
          </a:p>
          <a:p>
            <a:r>
              <a:t>6. i need the last girls JOB!! #miami #higgsfieldpartner #｜7,566</a:t>
            </a:r>
          </a:p>
          <a:p>
            <a:r>
              <a:t>7. 【ガチ検証】AIの助言だけで2週間起業した男の末路がヤバ過ぎた。｜7,417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×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Agent：規劃與執行</a:t>
            </a:r>
          </a:p>
          <a:p>
            <a:r>
              <a:t>MCP：工具／資料連接</a:t>
            </a:r>
          </a:p>
          <a:p>
            <a:r>
              <a:t>結構化輸入輸出，隔離不可信文字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×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Verification：每個副作用前後設 Gate</a:t>
            </a:r>
          </a:p>
          <a:p>
            <a:r>
              <a:t>State：保存 checkpoint / next_step / evidence</a:t>
            </a:r>
          </a:p>
          <a:p>
            <a:r>
              <a:t>Context reset 不等於任務遺失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×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Recovery：從最近成功 checkpoint 繼續</a:t>
            </a:r>
          </a:p>
          <a:p>
            <a:r>
              <a:t>Automation：排程叫醒；Agent 執行；Notion 保存狀態；GitHub 保存產物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今日結論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目標不是每天抓更多資料，而是每天讓 AI OS 少一個人工步驟。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op10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8046720" cy="74129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