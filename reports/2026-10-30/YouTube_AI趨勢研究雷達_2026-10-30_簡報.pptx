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2026-10-30｜MCP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【全集】馬斯克預言孔雀魚死亡潮揭露AI弱肉強食！黃仁勳奔波主權成台鏈新藍海！？ - 黃世聰 林友銘 張家豪 張｜77,157</a:t>
            </a:r>
          </a:p>
          <a:p>
            <a:r>
              <a:t>2. Google股價能反彈嗎？Cloud增速衝100%、TPU打入Oracle，AI收入追得上天價Capex嗎？#｜65,757</a:t>
            </a:r>
          </a:p>
          <a:p>
            <a:r>
              <a:t>3. 🚨【衝撃】ChatGPTに「稼ぐ方法」を聞いたら…90日間の副業計画が完成した！😱💰#ChatGPT #AI副｜47,992</a:t>
            </a:r>
          </a:p>
          <a:p>
            <a:r>
              <a:t>4. “我為了賺錢，接了兩個奇怪的單子...🤨”#cdrama #aidrama #短剧 #甜宠｜37,808</a:t>
            </a:r>
          </a:p>
          <a:p>
            <a:r>
              <a:t>5. 每天工作2小時就能財富自由？網紅教你「躺賺」自己卻靠賣課致富！AI副業熱潮誰才是真正贏家？【TODAY 看世界｜29,356</a:t>
            </a:r>
          </a:p>
          <a:p>
            <a:r>
              <a:t>6. 【無料&amp;スマホだけでOK❗️】Metaの最新AI「Muse（ミューズ）」×Instagramでお金を稼ぐ方法を｜21,018</a:t>
            </a:r>
          </a:p>
          <a:p>
            <a:r>
              <a:t>7. 【全集】馬斯克預言孔雀魚死亡潮揭露AI弱肉強食！黃仁勳奔波主權成台鏈新藍海！？ - 黃世聰 林友銘 張家豪 張｜17,860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277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