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2026-10-25｜MCP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近72h去重樣本：38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7 Proven Ways to Make Money With AI (No Experience)｜400,251</a:t>
            </a:r>
          </a:p>
          <a:p>
            <a:r>
              <a:t>2. 我把热门视频里的赚钱skill复刻出来了#豆包工作 #豆包agent #豆包来财 #大学生创业 #当年轻人用A｜32,516</a:t>
            </a:r>
          </a:p>
          <a:p>
            <a:r>
              <a:t>3. AIの手軽さも、プロの安心も。そんなホームページ制作、既にありました｜16,366</a:t>
            </a:r>
          </a:p>
          <a:p>
            <a:r>
              <a:t>4. 【AI副業】アメリカのグーグル本社に行って分かった！2027年AIとYouTubeの変化【副業/在宅ワーク】｜12,171</a:t>
            </a:r>
          </a:p>
          <a:p>
            <a:r>
              <a:t>5. 3 Businesses the AI Boom Is Quietly Creating (&amp; Improvi｜11,674</a:t>
            </a:r>
          </a:p>
          <a:p>
            <a:r>
              <a:t>6. AI時代は独立するより副業がアツい｜9,179</a:t>
            </a:r>
          </a:p>
          <a:p>
            <a:r>
              <a:t>7. 【eBay副業】半年で10万円稼げる？1ヶ月目〜6ヶ月目の売上と“やること”を全部まとめました｜AI×eBay｜9,120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404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