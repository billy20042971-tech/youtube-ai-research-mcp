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YouTube AI趨勢研究雷達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2026-10-18｜MCP 自動採樣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一分鐘摘要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近72h去重樣本：39</a:t>
            </a:r>
          </a:p>
          <a:p>
            <a:r>
              <a:t>固定查詢：AI副業, AI賺錢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高訊號影片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THE FIRST PROMPT｜29,204</a:t>
            </a:r>
          </a:p>
          <a:p>
            <a:r>
              <a:t>2. 【神機能】Opus5.5がヤバすぎたので徹底解説しました【Claude Code】｜27,784</a:t>
            </a:r>
          </a:p>
          <a:p>
            <a:r>
              <a:t>3. 【最新副業】Canva×AIデジタルペーパー副業‼️月10万円を稼ぐ全手順・ロードマップ｜17,291</a:t>
            </a:r>
          </a:p>
          <a:p>
            <a:r>
              <a:t>4. 【視聴者が実際に稼いだ‼️】AI動画で2ヶ月で登録者10万人！顔出し・声出しなしでAI×YouTubeで月●●｜16,920</a:t>
            </a:r>
          </a:p>
          <a:p>
            <a:r>
              <a:t>5. 【AI時代の稼ぎ方】1人起業したい会社員が、今始めるべき副業！｜13,195</a:t>
            </a:r>
          </a:p>
          <a:p>
            <a:r>
              <a:t>6. 【詰みます】AI×noteで稼げるのは今だけ？収益化の弊害が出る構造的理由｜10,026</a:t>
            </a:r>
          </a:p>
          <a:p>
            <a:r>
              <a:t>7. 1000+天实践后总结的最强【AI赚钱】实际用法，零基础，零门槛，绝对比你想象中简单｜7,520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Agent × MCP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Agent：規劃與執行</a:t>
            </a:r>
          </a:p>
          <a:p>
            <a:r>
              <a:t>MCP：工具／資料連接</a:t>
            </a:r>
          </a:p>
          <a:p>
            <a:r>
              <a:t>結構化輸入輸出，隔離不可信文字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Verification ×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Verification：每個副作用前後設 Gate</a:t>
            </a:r>
          </a:p>
          <a:p>
            <a:r>
              <a:t>State：保存 checkpoint / next_step / evidence</a:t>
            </a:r>
          </a:p>
          <a:p>
            <a:r>
              <a:t>Context reset 不等於任務遺失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Recovery × Automation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Recovery：從最近成功 checkpoint 繼續</a:t>
            </a:r>
          </a:p>
          <a:p>
            <a:r>
              <a:t>Automation：排程叫醒；Agent 執行；Notion 保存狀態；GitHub 保存產物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今日結論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目標不是每天抓更多資料，而是每天讓 AI OS 少一個人工步驟。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pic>
        <p:nvPicPr>
          <p:cNvPr id="3" name="Picture 2" descr="top10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8046720" cy="7331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