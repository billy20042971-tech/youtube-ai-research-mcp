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2026-10-18｜MCP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為什麼我勸你別再學 AI 賺錢？真正值錢的是這個｜68,215</a:t>
            </a:r>
          </a:p>
          <a:p>
            <a:r>
              <a:t>2. The New Way To Make Money With AI T-Shirts｜30,878</a:t>
            </a:r>
          </a:p>
          <a:p>
            <a:r>
              <a:t>3. 【神機能】Opus5.5がヤバすぎたので徹底解説しました【Claude Code】｜23,910</a:t>
            </a:r>
          </a:p>
          <a:p>
            <a:r>
              <a:t>4. THE #1 A.I.  PASSIVE INCOME SIDE HUSTLE FOR 2027｜14,187</a:t>
            </a:r>
          </a:p>
          <a:p>
            <a:r>
              <a:t>5. 【2026年最新】中学生からYouTube！？ChatGPTで月●●万円稼ぐ方法！顔出し・声出し無し！超初心者｜8,119</a:t>
            </a:r>
          </a:p>
          <a:p>
            <a:r>
              <a:t>6. i need the last girls JOB!! #miami #higgsfieldpartner #｜7,679</a:t>
            </a:r>
          </a:p>
          <a:p>
            <a:r>
              <a:t>7. 【ガチ検証】AIの助言だけで2週間起業した男の末路がヤバ過ぎた。｜7,417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47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