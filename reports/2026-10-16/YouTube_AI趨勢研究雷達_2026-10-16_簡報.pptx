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YouTube AI趨勢研究雷達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2026-10-16｜MCP 自動採樣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一分鐘摘要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近72h去重樣本：40</a:t>
            </a:r>
          </a:p>
          <a:p>
            <a:r>
              <a:t>固定查詢：AI賺錢, AI副業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高訊號影片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博通CEO：買AI股等於賭徒？Open AI 收入少了200億引發市場恐慌？#經濟前James｜26,538</a:t>
            </a:r>
          </a:p>
          <a:p>
            <a:r>
              <a:t>2. 马斯克为之疯狂！史上最会‘赚钱’的AI出现了！#AI #AI工具 #马斯克 #AI tool｜24,420</a:t>
            </a:r>
          </a:p>
          <a:p>
            <a:r>
              <a:t>3. AIへの指示出しをスムーズにする方法｜19,397</a:t>
            </a:r>
          </a:p>
          <a:p>
            <a:r>
              <a:t>4. AIで動画生成する時に知っておきたい専門用語｜18,186</a:t>
            </a:r>
          </a:p>
          <a:p>
            <a:r>
              <a:t>5. I Let AI Run My Stock Trading Portfolio｜17,712</a:t>
            </a:r>
          </a:p>
          <a:p>
            <a:r>
              <a:t>6. 【これ1本で全部わかる❗️】2026年最新❗️編集ソフトは一切不要‼️動画編集をAIに丸投げしてお金を稼ぐ方法｜13,015</a:t>
            </a:r>
          </a:p>
          <a:p>
            <a:r>
              <a:t>7. 【今から作れば間に合う】お正月柄で月70万！並び替えしなくていいデジタルペーパーを11月までに並べた人が勝つ理｜12,239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×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Agent：規劃與執行</a:t>
            </a:r>
          </a:p>
          <a:p>
            <a:r>
              <a:t>MCP：工具／資料連接</a:t>
            </a:r>
          </a:p>
          <a:p>
            <a:r>
              <a:t>結構化輸入輸出，隔離不可信文字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Verification ×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Verification：每個副作用前後設 Gate</a:t>
            </a:r>
          </a:p>
          <a:p>
            <a:r>
              <a:t>State：保存 checkpoint / next_step / evidence</a:t>
            </a:r>
          </a:p>
          <a:p>
            <a:r>
              <a:t>Context reset 不等於任務遺失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Recovery ×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Recovery：從最近成功 checkpoint 繼續</a:t>
            </a:r>
          </a:p>
          <a:p>
            <a:r>
              <a:t>Automation：排程叫醒；Agent 執行；Notion 保存狀態；GitHub 保存產物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今日結論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目標不是每天抓更多資料，而是每天讓 AI OS 少一個人工步驟。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top10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8046720" cy="729797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