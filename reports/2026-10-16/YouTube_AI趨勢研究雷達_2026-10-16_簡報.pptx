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2026-10-16｜MCP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固定查詢：AI賺錢, AI副業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博通CEO：買AI股等於賭徒？Open AI 收入少了200億引發市場恐慌？#經濟前James｜26,538</a:t>
            </a:r>
          </a:p>
          <a:p>
            <a:r>
              <a:t>2. 马斯克为之疯狂！史上最会‘赚钱’的AI出现了！#AI #AI工具 #马斯克 #AI tool｜24,420</a:t>
            </a:r>
          </a:p>
          <a:p>
            <a:r>
              <a:t>3. AIへの指示出しをスムーズにする方法｜19,397</a:t>
            </a:r>
          </a:p>
          <a:p>
            <a:r>
              <a:t>4. AIで動画生成する時に知っておきたい専門用語｜18,186</a:t>
            </a:r>
          </a:p>
          <a:p>
            <a:r>
              <a:t>5. I Let AI Run My Stock Trading Portfolio｜17,712</a:t>
            </a:r>
          </a:p>
          <a:p>
            <a:r>
              <a:t>6. 【これ1本で全部わかる❗️】2026年最新❗️編集ソフトは一切不要‼️動画編集をAIに丸投げしてお金を稼ぐ方法｜13,015</a:t>
            </a:r>
          </a:p>
          <a:p>
            <a:r>
              <a:t>7. 【今から作れば間に合う】お正月柄で月70万！並び替えしなくていいデジタルペーパーを11月までに並べた人が勝つ理｜12,239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2979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