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2026-10-11｜MCP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Easiest Ways To Make Money With AI in 2026｜291,236</a:t>
            </a:r>
          </a:p>
          <a:p>
            <a:r>
              <a:t>2. I Asked 7 Top AI Models How to Escape the 9–5...｜111,003</a:t>
            </a:r>
          </a:p>
          <a:p>
            <a:r>
              <a:t>3. 【副業・仕事で必ず直面】AI導入や製品に落とし込む時のコツ｜14,105</a:t>
            </a:r>
          </a:p>
          <a:p>
            <a:r>
              <a:t>4. SpaceXAI改名背後有何野心？AI 賣算力，跨界搶通訊飯碗，SPCX賺錢底氣到底有多狂？｜10,616</a:t>
            </a:r>
          </a:p>
          <a:p>
            <a:r>
              <a:t>5. 【スキルファイル配布】aiおばちゃんゲーム動画の作り方(GPT-6&amp; Codex)｜7,924</a:t>
            </a:r>
          </a:p>
          <a:p>
            <a:r>
              <a:t>6. 【最新】Claude Code副業を自動化する神機能TOP15！初心者でもスグに使えるAI副業の活用法｜6,550</a:t>
            </a:r>
          </a:p>
          <a:p>
            <a:r>
              <a:t>7. shes living in the future... #miami #higgsfieldpartner ｜4,870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3528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