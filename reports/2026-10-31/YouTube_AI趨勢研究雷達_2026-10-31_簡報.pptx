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YouTube AI趨勢研究雷達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2026-10-31｜MCP 自動採樣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一分鐘摘要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近72h去重樣本：39</a:t>
            </a:r>
          </a:p>
          <a:p>
            <a:r>
              <a:t>固定查詢：AI副業, AI賺錢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高訊號影片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每天工作2小時就能財富自由？網紅教你「躺賺」自己卻靠賣課致富！AI副業熱潮誰才是真正贏家？【TODAY 看世界｜84,149</a:t>
            </a:r>
          </a:p>
          <a:p>
            <a:r>
              <a:t>2. Google股價能反彈嗎？Cloud增速衝100%、TPU打入Oracle，AI收入追得上天價Capex嗎？#｜76,140</a:t>
            </a:r>
          </a:p>
          <a:p>
            <a:r>
              <a:t>3. 【無料&amp;スマホだけでOK❗️】Metaの最新AI「Muse（ミューズ）」×Instagramでお金を稼ぐ方法を｜25,377</a:t>
            </a:r>
          </a:p>
          <a:p>
            <a:r>
              <a:t>4. 聯發科衝5000後震盪！AI暴賺手機卻慘跌14年新低！聯發科轉型ASIC能救毛利？AI通膨擠爆消費電子 台積電｜15,466</a:t>
            </a:r>
          </a:p>
          <a:p>
            <a:r>
              <a:t>5. 3亿人围观的提示词，亲测有效！#ai #提示词 #ai副业 #干货分享 #个人成长｜12,724</a:t>
            </a:r>
          </a:p>
          <a:p>
            <a:r>
              <a:t>6. 第778集｜高利率讓市場擔憂 台股季線保衛戰  Anthropic將掛牌 進入Agentic AI時代《凱基股｜11,355</a:t>
            </a:r>
          </a:p>
          <a:p>
            <a:r>
              <a:t>7. 社交媒体 × AI 赚钱新机会：下一轮红利，已经悄悄开始！手把手详细步骤全流程拆解，零基础，零门槛，用上这套方｜10,793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×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Agent：規劃與執行</a:t>
            </a:r>
          </a:p>
          <a:p>
            <a:r>
              <a:t>MCP：工具／資料連接</a:t>
            </a:r>
          </a:p>
          <a:p>
            <a:r>
              <a:t>結構化輸入輸出，隔離不可信文字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×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Verification：每個副作用前後設 Gate</a:t>
            </a:r>
          </a:p>
          <a:p>
            <a:r>
              <a:t>State：保存 checkpoint / next_step / evidence</a:t>
            </a:r>
          </a:p>
          <a:p>
            <a:r>
              <a:t>Context reset 不等於任務遺失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×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Recovery：從最近成功 checkpoint 繼續</a:t>
            </a:r>
          </a:p>
          <a:p>
            <a:r>
              <a:t>Automation：排程叫醒；Agent 執行；Notion 保存狀態；GitHub 保存產物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目標不是每天抓更多資料，而是每天讓 AI OS 少一個人工步驟。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op10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7344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