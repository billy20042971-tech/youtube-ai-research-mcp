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2026-10-20｜MCP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FIRST PROMPT｜33,046</a:t>
            </a:r>
          </a:p>
          <a:p>
            <a:r>
              <a:t>2. 【最新副業】Canva×AIデジタルペーパー副業‼️月10万円を稼ぐ全手順・ロードマップ｜25,917</a:t>
            </a:r>
          </a:p>
          <a:p>
            <a:r>
              <a:t>3. 【視聴者が実際に稼いだ‼️】AI動画で2ヶ月で登録者10万人！顔出し・声出しなしでAI×YouTubeで月●●｜25,010</a:t>
            </a:r>
          </a:p>
          <a:p>
            <a:r>
              <a:t>4. 【詰みます】AI×noteで稼げるのは今だけ？収益化の弊害が出る構造的理由｜14,022</a:t>
            </a:r>
          </a:p>
          <a:p>
            <a:r>
              <a:t>5. 滿手台股AI股，小心只賺到上半場！AI下半場獲利這邊看｜峰哥、超馬芭樂│Smart投資教室｜12,722</a:t>
            </a:r>
          </a:p>
          <a:p>
            <a:r>
              <a:t>6. 黄仁勋算账：AI收入撑得起几万亿美元的资本开支吗​ | 黄仁勋 | 英伟达 | AI泡沫 | 资本开支 | A｜11,502</a:t>
            </a:r>
          </a:p>
          <a:p>
            <a:r>
              <a:t>7. 【2027年版】Threads×note完全攻略！Claudeで自動化する全手順｜スレッズAI副業の始め方｜7,541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404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