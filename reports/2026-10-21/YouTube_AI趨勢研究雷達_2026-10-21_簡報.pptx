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YouTube AI趨勢研究雷達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2026-10-21｜MCP 自動採樣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一分鐘摘要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近72h去重樣本：40</a:t>
            </a:r>
          </a:p>
          <a:p>
            <a:r>
              <a:t>固定查詢：AI副業, AI賺錢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高訊號影片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5 Best AI Side Hustles in 2026 (ft. Iman Gadzhi)｜131,208</a:t>
            </a:r>
          </a:p>
          <a:p>
            <a:r>
              <a:t>2. 【神機能】ChatGPTの最新機能「dots」がヤバすぎたので徹底解説しました【神アップデート】｜26,966</a:t>
            </a:r>
          </a:p>
          <a:p>
            <a:r>
              <a:t>3. 滿手台股AI股，小心只賺到上半場！AI下半場獲利這邊看｜峰哥、超馬芭樂│Smart投資教室｜22,833</a:t>
            </a:r>
          </a:p>
          <a:p>
            <a:r>
              <a:t>4. 黄仁勋算账：AI收入撑得起几万亿美元的资本开支吗​ | 黄仁勋 | 英伟达 | AI泡沫 | 资本开支 | A｜19,219</a:t>
            </a:r>
          </a:p>
          <a:p>
            <a:r>
              <a:t>5. AIで稼げる人と稼げない人の差｜1日で作ったゲームが月600万円になった理由｜17,767</a:t>
            </a:r>
          </a:p>
          <a:p>
            <a:r>
              <a:t>6. SpaceX財報前瞻：AI營收超越Starlink？Grok Bot爆紅，股價為何反而可能大漲大跌？#SPCX｜15,540</a:t>
            </a:r>
          </a:p>
          <a:p>
            <a:r>
              <a:t>7. 【AIで作った画像は本当に売れる？】副業初心者が写真販売サイトに出品してみた結果…【Adobe Stock】｜9,014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×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Agent：規劃與執行</a:t>
            </a:r>
          </a:p>
          <a:p>
            <a:r>
              <a:t>MCP：工具／資料連接</a:t>
            </a:r>
          </a:p>
          <a:p>
            <a:r>
              <a:t>結構化輸入輸出，隔離不可信文字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Verification ×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Verification：每個副作用前後設 Gate</a:t>
            </a:r>
          </a:p>
          <a:p>
            <a:r>
              <a:t>State：保存 checkpoint / next_step / evidence</a:t>
            </a:r>
          </a:p>
          <a:p>
            <a:r>
              <a:t>Context reset 不等於任務遺失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Recovery ×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Recovery：從最近成功 checkpoint 繼續</a:t>
            </a:r>
          </a:p>
          <a:p>
            <a:r>
              <a:t>Automation：排程叫醒；Agent 執行；Notion 保存狀態；GitHub 保存產物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今日結論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目標不是每天抓更多資料，而是每天讓 AI OS 少一個人工步驟。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op10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05840"/>
            <a:ext cx="8046720" cy="74042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