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2026-10-27｜MCP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7 Proven Ways to Make Money With AI (No Experience)｜524,244</a:t>
            </a:r>
          </a:p>
          <a:p>
            <a:r>
              <a:t>2. 【無料でここまで！？】AI秘書「Muse」がついに日本上陸！Web操作もアプリ作成も丸投げできる上に初心者にも｜105,747</a:t>
            </a:r>
          </a:p>
          <a:p>
            <a:r>
              <a:t>3. 【超進化】Gemini 4 Argonがヤバすぎたので徹底解説しました【神アップデート】｜37,611</a:t>
            </a:r>
          </a:p>
          <a:p>
            <a:r>
              <a:t>4. 全球最會賺錢的避險基金老闆 Ken Griffin：AI「幾乎肯定有泡沫」，泡在這三個地方｜17,335</a:t>
            </a:r>
          </a:p>
          <a:p>
            <a:r>
              <a:t>5. DDR3内存条太便宜，上256G 512G跑本地大模型？完全没有必要，120B模型足够处理隐私和抗审查，要求高｜16,512</a:t>
            </a:r>
          </a:p>
          <a:p>
            <a:r>
              <a:t>6. 3 Businesses the AI Boom Is Quietly Creating (&amp; Improvi｜15,533</a:t>
            </a:r>
          </a:p>
          <a:p>
            <a:r>
              <a:t>7. 【AI副業】アメリカのグーグル本社に行って分かった！2027年AIとYouTubeの変化【副業/在宅ワーク】｜13,137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08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