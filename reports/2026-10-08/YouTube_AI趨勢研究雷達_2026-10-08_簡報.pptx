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2026-10-08｜MCP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近72h去重樣本：40</a:t>
            </a:r>
          </a:p>
          <a:p>
            <a:r>
              <a:t>固定查詢：AI副業, AI賺錢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The NEW AI Side Hustle That's Making People RICH｜47,636</a:t>
            </a:r>
          </a:p>
          <a:p>
            <a:r>
              <a:t>2. 【新刊】AIに9割任せる株式投資は本当に使える？ChatGPT・Claudeで実際に検証してみた｜30,306</a:t>
            </a:r>
          </a:p>
          <a:p>
            <a:r>
              <a:t>3. 【検証】AIでTikTok完全自動化｜3週間やって分かった「ガチむずい理由」｜25,064</a:t>
            </a:r>
          </a:p>
          <a:p>
            <a:r>
              <a:t>4. 【絶対やるな】AIで作った3Dモデルを副業販売するときの落とし穴！企業に負けない個人事業の戦略を徹底解説！ #｜11,504</a:t>
            </a:r>
          </a:p>
          <a:p>
            <a:r>
              <a:t>5. 5 Boring Claude AI Side Hustles That Pay Better Than a ｜9,630</a:t>
            </a:r>
          </a:p>
          <a:p>
            <a:r>
              <a:t>6. 鴻海下一張王牌是機器人？AI伺服器營收狂飆　德州廠導入自動化「機器人反過來造AI」｜關我什麼事｜94要賺錢｜8,431</a:t>
            </a:r>
          </a:p>
          <a:p>
            <a:r>
              <a:t>7. AIで稼ぐ人は、結局どんな仕事をしている？年商30億社長が今すすめる副業を本音で解説｜8,050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4828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