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YouTube AI趨勢研究雷達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2026-10-08｜MCP 自動採樣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一分鐘摘要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近72h去重樣本：40</a:t>
            </a:r>
          </a:p>
          <a:p>
            <a:r>
              <a:t>固定查詢：AI副業, AI賺錢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高訊號影片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The NEW AI Side Hustle That's Making People RICH｜49,764</a:t>
            </a:r>
          </a:p>
          <a:p>
            <a:r>
              <a:t>2. 【新刊】「AIに9割任せる株式投資」を検証！ChatGPT・Claudeは投資に使えるのか？｜33,438</a:t>
            </a:r>
          </a:p>
          <a:p>
            <a:r>
              <a:t>3. 【絶対やるな】AIで作った3Dモデルを副業販売するときの落とし穴！企業に負けない個人事業の戦略を徹底解説！ #｜14,954</a:t>
            </a:r>
          </a:p>
          <a:p>
            <a:r>
              <a:t>4. 5 Boring Claude AI Side Hustles That Pay Better Than a ｜13,174</a:t>
            </a:r>
          </a:p>
          <a:p>
            <a:r>
              <a:t>5. 鴻海下一張王牌是機器人？AI伺服器營收狂飆　德州廠導入自動化「機器人反過來造AI」｜關我什麼事｜94要賺錢｜11,867</a:t>
            </a:r>
          </a:p>
          <a:p>
            <a:r>
              <a:t>6. How To Build An AI Side Hustle That ACTUALLY Makes Mone｜11,482</a:t>
            </a:r>
          </a:p>
          <a:p>
            <a:r>
              <a:t>7. 金欠なのに新しいバッグが欲しい時👜｜7,150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×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Agent：規劃與執行</a:t>
            </a:r>
          </a:p>
          <a:p>
            <a:r>
              <a:t>MCP：工具／資料連接</a:t>
            </a:r>
          </a:p>
          <a:p>
            <a:r>
              <a:t>結構化輸入輸出，隔離不可信文字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 ×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Verification：每個副作用前後設 Gate</a:t>
            </a:r>
          </a:p>
          <a:p>
            <a:r>
              <a:t>State：保存 checkpoint / next_step / evidence</a:t>
            </a:r>
          </a:p>
          <a:p>
            <a:r>
              <a:t>Context reset 不等於任務遺失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Recovery ×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Recovery：從最近成功 checkpoint 繼續</a:t>
            </a:r>
          </a:p>
          <a:p>
            <a:r>
              <a:t>Automation：排程叫醒；Agent 執行；Notion 保存狀態；GitHub 保存產物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今日結論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目標不是每天抓更多資料，而是每天讓 AI OS 少一個人工步驟。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top10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8046720" cy="4828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