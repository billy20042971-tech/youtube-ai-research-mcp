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2026-10-29｜MCP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近72h去重樣本：40</a:t>
            </a:r>
          </a:p>
          <a:p>
            <a:r>
              <a:t>固定查詢：AI賺錢, AI副業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【全集】馬斯克預言孔雀魚死亡潮揭露AI弱肉強食！黃仁勳奔波主權成台鏈新藍海！？ - 黃世聰 林友銘 張家豪 張｜68,663</a:t>
            </a:r>
          </a:p>
          <a:p>
            <a:r>
              <a:t>2. 【超進化】Gemini 4 Argonがヤバすぎたので徹底解説しました【神アップデート】｜62,939</a:t>
            </a:r>
          </a:p>
          <a:p>
            <a:r>
              <a:t>3. 5 AI Side Hustle Ideas That Everyone Is Overlooking｜47,467</a:t>
            </a:r>
          </a:p>
          <a:p>
            <a:r>
              <a:t>4. Google股價能反彈嗎？Cloud增速衝100%、TPU打入Oracle，AI收入追得上天價Capex嗎？#｜41,595</a:t>
            </a:r>
          </a:p>
          <a:p>
            <a:r>
              <a:t>5. 🚨【衝撃】ChatGPTに「稼ぐ方法」を聞いたら…90日間の副業計画が完成した！😱💰#ChatGPT #AI副｜38,247</a:t>
            </a:r>
          </a:p>
          <a:p>
            <a:r>
              <a:t>6. 【令和の虎】AIで作った資料ってなんか分かってしまうよね【切り抜き/桑田社長/平出社長】#shorts  #ビ｜30,733</a:t>
            </a:r>
          </a:p>
          <a:p>
            <a:r>
              <a:t>7. “我為了賺錢，接了兩個奇怪的單子...🤨”#cdrama #aidrama #短剧 #甜宠｜30,283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335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