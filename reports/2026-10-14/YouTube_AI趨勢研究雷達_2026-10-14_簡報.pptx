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2026-10-14｜MCP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【重要】GitHubを使わずにAI使うのはマジで危険です【完全解説】｜52,412</a:t>
            </a:r>
          </a:p>
          <a:p>
            <a:r>
              <a:t>2. 10月11！台廠AI伺服器太好賺引專利調查訴頌！｜17,816</a:t>
            </a:r>
          </a:p>
          <a:p>
            <a:r>
              <a:t>3. 【スマホ×Etsy】日本の漢字1文字で月10万！？40代50代が有利な"漢字アート無在庫販売"とは！？海外向け｜12,959</a:t>
            </a:r>
          </a:p>
          <a:p>
            <a:r>
              <a:t>4. This Tool Makes AI Agents Stupid Simple｜12,643</a:t>
            </a:r>
          </a:p>
          <a:p>
            <a:r>
              <a:t>5. AIでサイトを作るなら覚えておきたい専門用語｜11,135</a:t>
            </a:r>
          </a:p>
          <a:p>
            <a:r>
              <a:t>6. 【kson】AI副業に面接落ちる悲しき父親 #kson #ksononair #kson切り抜き #切り抜き ｜9,605</a:t>
            </a:r>
          </a:p>
          <a:p>
            <a:r>
              <a:t>7. 【スキマ時間でOK】AIに指示して放置するだけ。初心者でも始めやすい在宅副業3選【実演】｜8,898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04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