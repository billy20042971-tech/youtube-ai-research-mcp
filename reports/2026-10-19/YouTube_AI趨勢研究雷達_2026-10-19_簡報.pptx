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2026-10-19｜MCP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近72h去重樣本：39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FIRST PROMPT｜29,330</a:t>
            </a:r>
          </a:p>
          <a:p>
            <a:r>
              <a:t>2. 【神機能】Opus5.5がヤバすぎたので徹底解説しました【Claude Code】｜27,925</a:t>
            </a:r>
          </a:p>
          <a:p>
            <a:r>
              <a:t>3. 【最新副業】Canva×AIデジタルペーパー副業‼️月10万円を稼ぐ全手順・ロードマップ｜17,642</a:t>
            </a:r>
          </a:p>
          <a:p>
            <a:r>
              <a:t>4. 【視聴者が実際に稼いだ‼️】AI動画で2ヶ月で登録者10万人！顔出し・声出しなしでAI×YouTubeで月●●｜17,272</a:t>
            </a:r>
          </a:p>
          <a:p>
            <a:r>
              <a:t>5. 【AI時代の稼ぎ方】1人起業したい会社員が、今始めるべき副業！｜13,330</a:t>
            </a:r>
          </a:p>
          <a:p>
            <a:r>
              <a:t>6. 【詰みます】AI×noteで稼げるのは今だけ？収益化の弊害が出る構造的理由｜10,172</a:t>
            </a:r>
          </a:p>
          <a:p>
            <a:r>
              <a:t>7. this lazy ai side hustle makes me $1000/week｜7,592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382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