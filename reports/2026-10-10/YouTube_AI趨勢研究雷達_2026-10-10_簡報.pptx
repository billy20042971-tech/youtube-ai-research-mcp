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2026-10-10｜MCP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5 Boring Claude AI Side Hustles That Pay Better Than a ｜18,656</a:t>
            </a:r>
          </a:p>
          <a:p>
            <a:r>
              <a:t>2. 【絶対やるな】AIで作った3Dモデルを副業販売するときの落とし穴！企業に負けない個人事業の戦略を徹底解説！ #｜17,451</a:t>
            </a:r>
          </a:p>
          <a:p>
            <a:r>
              <a:t>3. 鴻海下一張王牌是機器人？AI伺服器營收狂飆　德州廠導入自動化「機器人反過來造AI」｜關我什麼事｜94要賺錢｜17,208</a:t>
            </a:r>
          </a:p>
          <a:p>
            <a:r>
              <a:t>4. Can Google still catch up? Argon is entering the chat #｜12,834</a:t>
            </a:r>
          </a:p>
          <a:p>
            <a:r>
              <a:t>5. The Ultimate AI Side Hustle: Get Started In 24 Hours｜12,663</a:t>
            </a:r>
          </a:p>
          <a:p>
            <a:r>
              <a:t>6. 3 AI Video Services Beginners Can Sell for $300–$1,000｜11,880</a:t>
            </a:r>
          </a:p>
          <a:p>
            <a:r>
              <a:t>7. 【副業・仕事で必ず直面】AI導入や製品に落とし込む時のコツ｜7,955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4828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